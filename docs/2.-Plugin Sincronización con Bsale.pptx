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94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861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586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39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397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093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102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16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8839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495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2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0B3E3-00DA-40C8-ACBA-CDD4C906D699}" type="datetimeFigureOut">
              <a:rPr lang="es-CL" smtClean="0"/>
              <a:t>22-05-2026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A9EB1-19FE-4A9A-B01C-FA9521D093B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125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Plugin Consignación stock Virtual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Para conectar E-commerce con Bsale y sincronizar stock entre páginas CMS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2704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9" y="901946"/>
            <a:ext cx="5804927" cy="4657742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 flipH="1">
            <a:off x="5314278" y="3679115"/>
            <a:ext cx="2678654" cy="15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8154297" y="3292753"/>
            <a:ext cx="361456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Primer paso es verificar el token previamente en bsale , para conectar ambas plataformas </a:t>
            </a:r>
            <a:endParaRPr lang="es-CL" dirty="0"/>
          </a:p>
        </p:txBody>
      </p:sp>
      <p:sp>
        <p:nvSpPr>
          <p:cNvPr id="8" name="CuadroTexto 7"/>
          <p:cNvSpPr txBox="1"/>
          <p:nvPr/>
        </p:nvSpPr>
        <p:spPr>
          <a:xfrm>
            <a:off x="2517288" y="118334"/>
            <a:ext cx="8573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smtClean="0"/>
              <a:t>Proceso de sincronización con basle</a:t>
            </a:r>
            <a:endParaRPr lang="es-CL" sz="3600" dirty="0"/>
          </a:p>
        </p:txBody>
      </p:sp>
    </p:spTree>
    <p:extLst>
      <p:ext uri="{BB962C8B-B14F-4D97-AF65-F5344CB8AC3E}">
        <p14:creationId xmlns:p14="http://schemas.microsoft.com/office/powerpoint/2010/main" val="155449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5626" y="0"/>
            <a:ext cx="10515600" cy="1325563"/>
          </a:xfrm>
        </p:spPr>
        <p:txBody>
          <a:bodyPr/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80" y="1588957"/>
            <a:ext cx="7058497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358692" y="1588957"/>
            <a:ext cx="351775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Selección de sucursal y lista de precios a la cual sincronizar.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6443831" y="1968649"/>
            <a:ext cx="1818042" cy="1333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7616414" y="4087906"/>
            <a:ext cx="415245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Seleccion de opción sobre emitir un documento en bsale al concretar un pedido web.</a:t>
            </a:r>
            <a:endParaRPr lang="es-CL" dirty="0"/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2269864" y="4549571"/>
            <a:ext cx="5346550" cy="700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11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0742" y="0"/>
            <a:ext cx="10515600" cy="1325563"/>
          </a:xfrm>
        </p:spPr>
        <p:txBody>
          <a:bodyPr/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589" y="1868655"/>
            <a:ext cx="5626844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325958" y="1868655"/>
            <a:ext cx="420624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Selección por grupo de clientes para asociar diferentes listas de precio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5776856" y="2033195"/>
            <a:ext cx="1495313" cy="408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7325958" y="4389120"/>
            <a:ext cx="445366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Seleccionar el tipo de documento que se mostrará en el pedido del cliente y el tipo de documento que tomará en cuenta en bsale</a:t>
            </a:r>
            <a:endParaRPr lang="es-CL" dirty="0"/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4711849" y="4850785"/>
            <a:ext cx="2560320" cy="269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55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6476" y="332852"/>
            <a:ext cx="10515600" cy="613821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476" y="1718048"/>
            <a:ext cx="5650832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261412" y="1718048"/>
            <a:ext cx="430305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Elegir con qué estados se activará la generación de documentos , según el estado del pedido. 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5914276" y="2323652"/>
            <a:ext cx="1304105" cy="484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7110805" y="4066391"/>
            <a:ext cx="445366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Seleccionar el modo en que se quiere generar el documento con relación al stock disponible</a:t>
            </a:r>
            <a:endParaRPr lang="es-CL" dirty="0"/>
          </a:p>
        </p:txBody>
      </p:sp>
      <p:cxnSp>
        <p:nvCxnSpPr>
          <p:cNvPr id="10" name="Conector recto de flecha 9"/>
          <p:cNvCxnSpPr>
            <a:stCxn id="8" idx="1"/>
          </p:cNvCxnSpPr>
          <p:nvPr/>
        </p:nvCxnSpPr>
        <p:spPr>
          <a:xfrm flipH="1">
            <a:off x="2119256" y="4389557"/>
            <a:ext cx="4991549" cy="1075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49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898"/>
            <a:ext cx="5152900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615953" y="2775469"/>
            <a:ext cx="514215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Selección de productos Unicos o incluir productos con variantes en bsale.</a:t>
            </a:r>
            <a:endParaRPr lang="es-CL" dirty="0"/>
          </a:p>
        </p:txBody>
      </p:sp>
      <p:sp>
        <p:nvSpPr>
          <p:cNvPr id="6" name="CuadroTexto 5"/>
          <p:cNvSpPr txBox="1"/>
          <p:nvPr/>
        </p:nvSpPr>
        <p:spPr>
          <a:xfrm>
            <a:off x="6615953" y="4970033"/>
            <a:ext cx="473784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Selección de lotes cuando la cantidad de productos es muy alta. (para que no aparezca error de tiempo de carga)</a:t>
            </a:r>
            <a:endParaRPr lang="es-CL" dirty="0"/>
          </a:p>
        </p:txBody>
      </p:sp>
      <p:cxnSp>
        <p:nvCxnSpPr>
          <p:cNvPr id="10" name="Conector recto de flecha 9"/>
          <p:cNvCxnSpPr>
            <a:stCxn id="5" idx="1"/>
          </p:cNvCxnSpPr>
          <p:nvPr/>
        </p:nvCxnSpPr>
        <p:spPr>
          <a:xfrm flipH="1">
            <a:off x="3119718" y="3098635"/>
            <a:ext cx="3496235" cy="1613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 flipV="1">
            <a:off x="3270325" y="5206701"/>
            <a:ext cx="3345628" cy="37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6841864" y="1690688"/>
            <a:ext cx="37113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Sincronización manual de stock</a:t>
            </a:r>
            <a:endParaRPr lang="es-CL" dirty="0"/>
          </a:p>
        </p:txBody>
      </p:sp>
      <p:cxnSp>
        <p:nvCxnSpPr>
          <p:cNvPr id="15" name="Conector recto de flecha 14"/>
          <p:cNvCxnSpPr>
            <a:stCxn id="13" idx="1"/>
          </p:cNvCxnSpPr>
          <p:nvPr/>
        </p:nvCxnSpPr>
        <p:spPr>
          <a:xfrm flipH="1">
            <a:off x="2474259" y="1875354"/>
            <a:ext cx="4367605" cy="1223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18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140"/>
            <a:ext cx="4640988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680499" y="1914861"/>
            <a:ext cx="467330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Sincronización manual de precios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3216536" y="2022438"/>
            <a:ext cx="3313356" cy="408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6680499" y="2775473"/>
            <a:ext cx="45827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Selección de la lista de precio creada en bsale para la sincronización</a:t>
            </a:r>
            <a:endParaRPr lang="es-CL" dirty="0"/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2538805" y="3108960"/>
            <a:ext cx="3991087" cy="570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6680499" y="4432151"/>
            <a:ext cx="45827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Opción de selección de lista de precio por grupo de clientes</a:t>
            </a:r>
            <a:endParaRPr lang="es-CL" dirty="0"/>
          </a:p>
        </p:txBody>
      </p:sp>
      <p:cxnSp>
        <p:nvCxnSpPr>
          <p:cNvPr id="13" name="Conector recto de flecha 12"/>
          <p:cNvCxnSpPr/>
          <p:nvPr/>
        </p:nvCxnSpPr>
        <p:spPr>
          <a:xfrm flipH="1">
            <a:off x="3679115" y="4808668"/>
            <a:ext cx="2850777" cy="78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7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949" y="117699"/>
            <a:ext cx="10515600" cy="1325563"/>
          </a:xfrm>
        </p:spPr>
        <p:txBody>
          <a:bodyPr/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93" y="1739563"/>
            <a:ext cx="8119109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9036424" y="2398955"/>
            <a:ext cx="290456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Consulta de todos los documentos emitidos por el plugin en un rango de fechas.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3517751" y="3076687"/>
            <a:ext cx="5368065" cy="1688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93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9655" y="85426"/>
            <a:ext cx="10515600" cy="1325563"/>
          </a:xfrm>
        </p:spPr>
        <p:txBody>
          <a:bodyPr/>
          <a:lstStyle/>
          <a:p>
            <a:r>
              <a:rPr lang="es-MX" dirty="0" smtClean="0"/>
              <a:t>Proceso de sincronización con basle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655" y="1739563"/>
            <a:ext cx="7579333" cy="435133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961121" y="3173505"/>
            <a:ext cx="309820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Revisión de errores en el log del plugin por rango de fechas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 flipV="1">
            <a:off x="4883972" y="3130475"/>
            <a:ext cx="4001844" cy="279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H="1">
            <a:off x="3173506" y="3668358"/>
            <a:ext cx="5787615" cy="570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95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75883"/>
            <a:ext cx="10515600" cy="89352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Opciones del plugin dentro de un pedido en prestashop</a:t>
            </a:r>
            <a:endParaRPr lang="es-CL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382" y="1782595"/>
            <a:ext cx="5390477" cy="342658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251116" y="2431228"/>
            <a:ext cx="353926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Permite agregar información del cliente para generar el documento de reserva de stock en bsale.</a:t>
            </a:r>
            <a:endParaRPr lang="es-CL" dirty="0"/>
          </a:p>
        </p:txBody>
      </p:sp>
      <p:cxnSp>
        <p:nvCxnSpPr>
          <p:cNvPr id="7" name="Conector recto de flecha 6"/>
          <p:cNvCxnSpPr/>
          <p:nvPr/>
        </p:nvCxnSpPr>
        <p:spPr>
          <a:xfrm flipH="1">
            <a:off x="1667435" y="3001384"/>
            <a:ext cx="6422316" cy="806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450" y="4368899"/>
            <a:ext cx="5498054" cy="206916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75765" y="5637007"/>
            <a:ext cx="434608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 smtClean="0"/>
              <a:t>Botón de generar documento manualmente , una vez todo esté sincronizado.</a:t>
            </a:r>
            <a:endParaRPr lang="es-CL" dirty="0"/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5443369" y="5798372"/>
            <a:ext cx="1280160" cy="33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128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293</Words>
  <Application>Microsoft Office PowerPoint</Application>
  <PresentationFormat>Panorámica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Plugin Consignación stock Virtual</vt:lpstr>
      <vt:lpstr>Presentación de PowerPoint</vt:lpstr>
      <vt:lpstr>Proceso de sincronización con basle</vt:lpstr>
      <vt:lpstr>Proceso de sincronización con basle</vt:lpstr>
      <vt:lpstr>Proceso de sincronización con basle</vt:lpstr>
      <vt:lpstr>Proceso de sincronización con basle</vt:lpstr>
      <vt:lpstr>Proceso de sincronización con basle</vt:lpstr>
      <vt:lpstr>Proceso de sincronización con basle</vt:lpstr>
      <vt:lpstr>Proceso de sincronización con basle</vt:lpstr>
      <vt:lpstr>Opciones del plugin dentro de un pedido en prestashop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Plugin Consignación Virtual</dc:title>
  <dc:creator>DIEGO</dc:creator>
  <cp:lastModifiedBy>DIEGO</cp:lastModifiedBy>
  <cp:revision>7</cp:revision>
  <dcterms:created xsi:type="dcterms:W3CDTF">2026-05-22T19:41:36Z</dcterms:created>
  <dcterms:modified xsi:type="dcterms:W3CDTF">2026-05-22T20:45:00Z</dcterms:modified>
</cp:coreProperties>
</file>