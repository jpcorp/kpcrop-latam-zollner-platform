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Abrir preguntando: '¿Cuántos de tus clientes actuales usan Bsale y tienen PrestaShop?'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apertura: '¿Cuántos de tus clientes actuales usan Bsale y tienen PrestaShop?'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Instala en 20 min; desde ahí precios/stock/productos se sincronizan solos, panel centralizado. Pregunta: '¿Cuánto te toma hoy hacer esto para un cliente nuevo?'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'¿Cuánto cobras hoy a tus clientes por mantención mensual del e-commerce?' Calcular el margen en vivo con sus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Pregunta: '¿Tienes 3 clientes activos con Bsale + PrestaShop con quienes podríamos hacer el piloto?'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somos empresa nueva en el canal agencias, buscamos casos de éxito reales a cambio de servicio completo gratis + descuento permanente. Cierre: '¿Tienes 3 clientes donde podríamos hacer el piloto? ¿Cuándo agendamos la llamada técnica?'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SYNKROP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Agencias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3913632"/>
            <a:ext cx="146304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1148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Bsale ↔ PrestaShop, bajo tu marca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comercial · Directores y dueños de agencia digital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clientes sincronizan Bsale con PrestaShop a mano.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22960" cy="4114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6309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Bsale es el ERP líder en Chile: ahí viven precios, stock y catálogo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PrestaShop es el CMS que usan muchos de tus clientes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entre ambos no existe de forma nativa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CSV manual, errores de stock, precios desactualizados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223760" y="2331720"/>
            <a:ext cx="4434840" cy="3200400"/>
          </a:xfrm>
          <a:prstGeom prst="roundRect">
            <a:avLst>
              <a:gd name="adj" fmla="val 2286"/>
            </a:avLst>
          </a:prstGeom>
          <a:solidFill>
            <a:srgbClr val="FCEDE3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 IMPACTO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2880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98080" y="3657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semana, por tienda, en sincronización manual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4224528"/>
            <a:ext cx="3794760" cy="1371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4370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10 clientes: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46634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horas semanales perdidas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KeepCrop  ·  Synkrop para Agencias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instalado en 20 minutos. Sincronización automática. Tu logo.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22960" cy="4114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15875">
            <a:solidFill>
              <a:srgbClr val="D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97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9352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precios, stock, catálogo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84448" y="2711196"/>
            <a:ext cx="1014984" cy="292608"/>
          </a:xfrm>
          <a:prstGeom prst="rightArrow">
            <a:avLst/>
          </a:prstGeom>
          <a:solidFill>
            <a:srgbClr val="C2410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4597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Synkrop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29352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automática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70648" y="2711196"/>
            <a:ext cx="1014984" cy="292608"/>
          </a:xfrm>
          <a:prstGeom prst="rightArrow">
            <a:avLst/>
          </a:prstGeom>
          <a:solidFill>
            <a:srgbClr val="C2410C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15875">
            <a:solidFill>
              <a:srgbClr val="D8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4597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PrestaShop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0" y="29352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del cliente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0" cy="45720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749040" y="388620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886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tu agencia — con tu nombre y logo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sincroniza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8F5E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57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en tiempo real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9272" y="525780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8F5E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5257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(listas Bsale)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525780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8F5E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9904" y="5257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y catálogo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60536" y="5257800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E8F5EC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0536" y="52578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(talla, color…)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KeepCrop  ·  Synkrop para Agencias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PARA TU AGENCIA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gasto. Es una línea de ingresos recurrente.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22960" cy="41148"/>
          </a:xfrm>
          <a:prstGeom prst="rect">
            <a:avLst/>
          </a:prstGeom>
          <a:solidFill>
            <a:srgbClr val="C2410C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109960" cy="2377440"/>
        </p:xfrm>
        <a:graphic>
          <a:graphicData uri="http://schemas.openxmlformats.org/drawingml/2006/table">
            <a:tbl>
              <a:tblPr/>
              <a:tblGrid>
                <a:gridCol w="3520440"/>
                <a:gridCol w="3520440"/>
                <a:gridCol w="4069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 pagas a KeepCrop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 cobras a cada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10 clientes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$200.000  →  </a:t>
                      </a:r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$10.000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$250.000  →  </a:t>
                      </a:r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$60.000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$35.000/mes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$350.000  →  </a:t>
                      </a:r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$160.000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54864" cy="9601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89204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defines el precio que le cobras a tu cliente. Nosotros no lo limitamos.
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ofrecerlo dentro de tu mantención mensual o como servicio adicional.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4892040"/>
            <a:ext cx="425196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4892040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clientes cubre el plan.
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cliente 11: </a:t>
            </a:r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pura.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KeepCrop  ·  Synkrop para Agencias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PRO — $190.000/MES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Tiendas ilimitadas, tu marca, soporte prioritario.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22960" cy="41148"/>
          </a:xfrm>
          <a:prstGeom prst="rect">
            <a:avLst/>
          </a:prstGeom>
          <a:solidFill>
            <a:srgbClr val="C2410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492240" cy="3794760"/>
        </p:xfrm>
        <a:graphic>
          <a:graphicData uri="http://schemas.openxmlformats.org/drawingml/2006/table">
            <a:tbl>
              <a:tblPr/>
              <a:tblGrid>
                <a:gridCol w="2286000"/>
                <a:gridCol w="4206240"/>
              </a:tblGrid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White-label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y nombre de tu 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real (webhooks automáticos)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multi-cliente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centralizado por tienda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minutos por tienda, con guía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técnico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prioritario para la agencia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PrestaShop 1.7/8.x + Bsale API v1/v2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2331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activa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60920" y="2788920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2788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27432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cuenta en KeepCrop y obtén tu API key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60920" y="3410712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34107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18120" y="33649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plugin .zip desde el panel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60920" y="4032504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4032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18120" y="3986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en PrestaShop del cliente y configura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60920" y="4654296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4654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18120" y="46085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manual de validación → activa webhooks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5276088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920" y="5276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18120" y="52303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queda sincronizado en tiempo real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KeepCrop  ·  Synkrop para Agencias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BETA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días gratis. Sin compromisos. Descuento permanente al terminar.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22960" cy="41148"/>
          </a:xfrm>
          <a:prstGeom prst="rect">
            <a:avLst/>
          </a:prstGeom>
          <a:solidFill>
            <a:srgbClr val="C2410C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109960" cy="2606040"/>
        </p:xfrm>
        <a:graphic>
          <a:graphicData uri="http://schemas.openxmlformats.org/drawingml/2006/table">
            <a:tbl>
              <a:tblPr/>
              <a:tblGrid>
                <a:gridCol w="2468880"/>
                <a:gridCol w="864108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durante 60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3 clientes activos con Bsale + PrestaShop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 de feedback al día 30 y al día 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obtienes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Agency Pro completo, white-label, tiendas ilimitadas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terminar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de descuento permanente → $152.000/mes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66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532120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3 clientes piloto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55321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3008" y="5532120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asistida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55321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F5F6F8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5532120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30: revisión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52560" y="5532120"/>
            <a:ext cx="2697480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62288" y="5532120"/>
            <a:ext cx="24780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60: decisión final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KeepCrop  ·  Synkrop para Agencias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KeepCrop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Synkrop para Agencias</dc:title>
  <dc:subject>PptxGenJS Presentation</dc:subject>
  <dc:creator>KeepCrop</dc:creator>
  <cp:lastModifiedBy>KeepCrop</cp:lastModifiedBy>
  <cp:revision>1</cp:revision>
  <dcterms:created xsi:type="dcterms:W3CDTF">2026-07-23T22:06:03Z</dcterms:created>
  <dcterms:modified xsi:type="dcterms:W3CDTF">2026-07-23T22:06:03Z</dcterms:modified>
</cp:coreProperties>
</file>